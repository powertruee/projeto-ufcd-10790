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NutriFit Advisor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UFCD 10790</a:t>
            </a:r>
          </a:p>
          <a:p>
            <a:r>
              <a:t>Kaian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Calcular IMC e recomendar suplementação.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IMC</a:t>
            </a:r>
          </a:p>
          <a:p>
            <a:r>
              <a:t>• Classificação</a:t>
            </a:r>
          </a:p>
          <a:p>
            <a:r>
              <a:t>• Objetivo</a:t>
            </a:r>
          </a:p>
          <a:p>
            <a:r>
              <a:t>• Histórico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UI → BLL → DAL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Tecnologias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VS Code</a:t>
            </a:r>
          </a:p>
          <a:p>
            <a:r>
              <a:t>GitHub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calcular_imc() e classificar_imc()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Executar a aplicação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concluído.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