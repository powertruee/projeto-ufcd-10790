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UFCD 10790 – Projeto de Programação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NutriFit Advisor</a:t>
            </a:r>
          </a:p>
          <a:p>
            <a:r>
              <a:t>Kaian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Problema Identificado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Muitas pessoas escolhem suplementação sem critérios adequados.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Objetivos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Calcular IMC</a:t>
            </a:r>
          </a:p>
          <a:p>
            <a:r>
              <a:t>• Classificar IMC</a:t>
            </a:r>
          </a:p>
          <a:p>
            <a:r>
              <a:t>• Recomendar suplementação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Requisitos Implementados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Funcionais e Não Funcionais implementados.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Arquitetura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Ver diagrama_arquitetura.png.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Demonstração do Código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Aplicação desenvolvida em Python no VS Code.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Demonstração da Aplicação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Exemplo de execução e relatório.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GitHub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Fork, commits e controlo de versões.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Aplicação prática dos conhecimentos adquiridos.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